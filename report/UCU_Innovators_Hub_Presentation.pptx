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2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26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01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03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238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84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20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21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8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2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77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7617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00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72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15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17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05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58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UCU Innovators Hub – Project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the system development, testing, and deployment of the UCU Innovators Hub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Lack of a platform for project submission, tracking, and management for innovators and lecturers at UCU.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Develop full‑stack platform</a:t>
            </a:r>
          </a:p>
          <a:p>
            <a:r>
              <a:t>- Implement JWT authentication</a:t>
            </a:r>
          </a:p>
          <a:p>
            <a:r>
              <a:t>- Provide CRUD for projects</a:t>
            </a:r>
          </a:p>
          <a:p>
            <a:r>
              <a:t>- Build UI with React &amp; Bootstrap</a:t>
            </a:r>
          </a:p>
          <a:p>
            <a:r>
              <a:t>- Deploy working prototype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Client–Server model, MVC backend</a:t>
            </a:r>
          </a:p>
          <a:p>
            <a:r>
              <a:t>Frontend: React + Axios + Bootstrap</a:t>
            </a:r>
          </a:p>
          <a:p>
            <a:r>
              <a:t>Backend: Node.js + Express.js</a:t>
            </a:r>
          </a:p>
          <a:p>
            <a:r>
              <a:t>Database: MongoDB</a:t>
            </a:r>
          </a:p>
          <a:p>
            <a:r>
              <a:t>Auth: JWT</a:t>
            </a:r>
          </a:p>
          <a:p>
            <a:r>
              <a:t>RESTful API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- React</a:t>
            </a:r>
          </a:p>
          <a:p>
            <a:r>
              <a:t>- Axios</a:t>
            </a:r>
          </a:p>
          <a:p>
            <a:r>
              <a:t>- Bootstrap</a:t>
            </a:r>
          </a:p>
          <a:p>
            <a:r>
              <a:t>- Node.js &amp; Express.js</a:t>
            </a:r>
          </a:p>
          <a:p>
            <a:r>
              <a:t>- MongoDB</a:t>
            </a:r>
          </a:p>
          <a:p>
            <a:r>
              <a:t>- JWT</a:t>
            </a:r>
          </a:p>
          <a:p>
            <a:r>
              <a:t>- Postman</a:t>
            </a:r>
          </a:p>
          <a:p>
            <a:r>
              <a:t>-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JWT decode error → updated import</a:t>
            </a:r>
          </a:p>
          <a:p>
            <a:r>
              <a:t>2. Axios missing tokens → added interceptors</a:t>
            </a:r>
          </a:p>
          <a:p>
            <a:r>
              <a:t>3. 401 errors → fixed backend token verification</a:t>
            </a:r>
          </a:p>
          <a:p>
            <a:r>
              <a:t>4. Node modules corruption → reinstall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Authentication</a:t>
            </a:r>
          </a:p>
          <a:p>
            <a:r>
              <a:t>- User Dashboard</a:t>
            </a:r>
          </a:p>
          <a:p>
            <a:r>
              <a:t>- Project CRUD</a:t>
            </a:r>
          </a:p>
          <a:p>
            <a:r>
              <a:t>- Admin (future)</a:t>
            </a:r>
          </a:p>
          <a:p>
            <a:r>
              <a:t>- API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Testing: login &amp; project endpoints</a:t>
            </a:r>
          </a:p>
          <a:p>
            <a:r>
              <a:t>Frontend Testing: forms, token handling</a:t>
            </a:r>
          </a:p>
          <a:p>
            <a:r>
              <a:t>Integration Testing: React–Backend, CRUD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npm install → npm start</a:t>
            </a:r>
          </a:p>
          <a:p>
            <a:r>
              <a:t>Backend: env setup → npm run dev</a:t>
            </a:r>
          </a:p>
          <a:p>
            <a:r>
              <a:t>Database: MongoDB Atlas/local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demonstrates full‑stack development, authentication, project management, and scalable architecture.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</TotalTime>
  <Words>246</Words>
  <Application>Microsoft Office PowerPoint</Application>
  <PresentationFormat>On-screen Show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Title</vt:lpstr>
      <vt:lpstr>Introduction</vt:lpstr>
      <vt:lpstr>Problem Statement</vt:lpstr>
      <vt:lpstr>Objectives</vt:lpstr>
      <vt:lpstr>System Architecture</vt:lpstr>
      <vt:lpstr>Technologies Used</vt:lpstr>
      <vt:lpstr>Challenges &amp; Solutions</vt:lpstr>
      <vt:lpstr>System Modules</vt:lpstr>
      <vt:lpstr>Testing</vt:lpstr>
      <vt:lpstr>Deployment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/>
  <dc:creator/>
  <cp:keywords/>
  <dc:description>generated using python-pptx</dc:description>
  <cp:lastModifiedBy>Shamie K</cp:lastModifiedBy>
  <cp:revision>2</cp:revision>
  <dcterms:created xsi:type="dcterms:W3CDTF">2013-01-27T09:14:16Z</dcterms:created>
  <dcterms:modified xsi:type="dcterms:W3CDTF">2025-12-03T15:08:13Z</dcterms:modified>
  <cp:category/>
</cp:coreProperties>
</file>